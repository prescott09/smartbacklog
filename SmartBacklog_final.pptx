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  <p:embeddedFontLst>
    <p:embeddedFont>
      <p:font typeface="Alice"/>
      <p:regular r:id="rId23"/>
    </p:embeddedFont>
    <p:embeddedFont>
      <p:font typeface="Alice"/>
      <p:regular r:id="rId24"/>
    </p:embeddedFont>
    <p:embeddedFont>
      <p:font typeface="Lora"/>
      <p:regular r:id="rId25"/>
    </p:embeddedFont>
    <p:embeddedFont>
      <p:font typeface="Lora"/>
      <p:regular r:id="rId26"/>
    </p:embeddedFont>
    <p:embeddedFont>
      <p:font typeface="Lora"/>
      <p:regular r:id="rId27"/>
    </p:embeddedFont>
    <p:embeddedFont>
      <p:font typeface="Lora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681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SmartBacklog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1706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L'assistant intelligent pour la gestion de produits Agile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735116"/>
            <a:ext cx="187392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4803100"/>
            <a:ext cx="16017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PROJET IA × AGILE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958"/>
            <a:ext cx="6569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Concept &amp; Valeur Ajoutée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94365"/>
            <a:ext cx="4196358" cy="2403277"/>
          </a:xfrm>
          <a:prstGeom prst="roundRect">
            <a:avLst>
              <a:gd name="adj" fmla="val 1416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72117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🎯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Objectif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21921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web de gestion de tâches type Kanban, conçue pour assister le Product Owner et l'équipe de développement.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494365"/>
            <a:ext cx="4196358" cy="2403277"/>
          </a:xfrm>
          <a:prstGeom prst="roundRect">
            <a:avLst>
              <a:gd name="adj" fmla="val 1416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72117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🤖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Innovation 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21921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Génération automatique des critères d'acceptation et estimation de la complexité grâce à l'intelligence artificielle.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494365"/>
            <a:ext cx="4196358" cy="2403277"/>
          </a:xfrm>
          <a:prstGeom prst="roundRect">
            <a:avLst>
              <a:gd name="adj" fmla="val 1416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721179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⚡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Gain de temps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21921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Élimine le "syndrome de la page blanche" et optimise la gestion de chaque ticket 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+20 minutes économisées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 ticket.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0764" y="1082873"/>
            <a:ext cx="4560689" cy="54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Architecture Technique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764" y="2361009"/>
            <a:ext cx="7606070" cy="42451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86173" y="1968937"/>
            <a:ext cx="3900964" cy="1036796"/>
          </a:xfrm>
          <a:prstGeom prst="roundRect">
            <a:avLst>
              <a:gd name="adj" fmla="val 1058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63313" y="1968937"/>
            <a:ext cx="91440" cy="1036796"/>
          </a:xfrm>
          <a:prstGeom prst="roundRect">
            <a:avLst>
              <a:gd name="adj" fmla="val 28360"/>
            </a:avLst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9650492" y="2164675"/>
            <a:ext cx="216098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50492" y="2566392"/>
            <a:ext cx="3440906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HTML, CSS (variables &amp; animations), React  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386173" y="3137416"/>
            <a:ext cx="3900964" cy="1280398"/>
          </a:xfrm>
          <a:prstGeom prst="roundRect">
            <a:avLst>
              <a:gd name="adj" fmla="val 8570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63313" y="3137416"/>
            <a:ext cx="91440" cy="1280398"/>
          </a:xfrm>
          <a:prstGeom prst="roundRect">
            <a:avLst>
              <a:gd name="adj" fmla="val 28360"/>
            </a:avLst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9650492" y="3333155"/>
            <a:ext cx="220456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50492" y="3734872"/>
            <a:ext cx="3440906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Anthropic Claude (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 via appels REST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386173" y="4549497"/>
            <a:ext cx="3900964" cy="1036796"/>
          </a:xfrm>
          <a:prstGeom prst="roundRect">
            <a:avLst>
              <a:gd name="adj" fmla="val 10583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63313" y="4549497"/>
            <a:ext cx="91440" cy="1036796"/>
          </a:xfrm>
          <a:prstGeom prst="roundRect">
            <a:avLst>
              <a:gd name="adj" fmla="val 28360"/>
            </a:avLst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9650492" y="4745236"/>
            <a:ext cx="216098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Stockage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50492" y="5146953"/>
            <a:ext cx="3440906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Persistance côté client via 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386173" y="5717977"/>
            <a:ext cx="3900964" cy="1280398"/>
          </a:xfrm>
          <a:prstGeom prst="roundRect">
            <a:avLst>
              <a:gd name="adj" fmla="val 8570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63313" y="5717977"/>
            <a:ext cx="91440" cy="1280398"/>
          </a:xfrm>
          <a:prstGeom prst="roundRect">
            <a:avLst>
              <a:gd name="adj" fmla="val 28360"/>
            </a:avLst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9650492" y="5913715"/>
            <a:ext cx="216098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Déploiement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650492" y="6315432"/>
            <a:ext cx="3440906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 statique hébergeable sur GitHub Pages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743"/>
            <a:ext cx="76202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Fondations du Kanban — MVP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715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Livrer une application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fonctionnelle sans IA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avec un tableau Kanban complet et une gestion de tickets (CRUD) opérationnelle.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0436" y="3898106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E7BF6A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4124920"/>
            <a:ext cx="3457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1 — Tableau Kanban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4706064"/>
            <a:ext cx="611778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Visualiser les colonnes To Do, In Progress, Done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US-2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Déplacer les tickets entre les colonnes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Mise à jour en temps réel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124920"/>
            <a:ext cx="48182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2 — Gestion des tickets (CRUD)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706064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US-4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Créer un ticket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Modifier un ticket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Supprimer un ticket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US-7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Consulter les détails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2610"/>
            <a:ext cx="113310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L'Intelligence Artificielle au Cœur du Produit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5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Enrichissement automatique des données projet grâce à trois épiques IA complémentaires.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61307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463534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3 — Critères d'acceptation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30828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Rédaction automatique (US-8),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modification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(US-9)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et relance de la génération IA (US-10)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61307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463534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4 — Estimation intelligente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3082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Suggestion de Story Points selon la suite de Fibonacci (US-11 &amp; US-12)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613071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463534"/>
            <a:ext cx="3855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5 — Analyse de priorité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9539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Détection automatique des tickets bloquants ou urgents (US-13 &amp; US-14)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832485"/>
            <a:ext cx="8974931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Expérience Utilisateur &amp; Intégration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429" y="2288024"/>
            <a:ext cx="8330922" cy="46497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4180" y="2038588"/>
            <a:ext cx="4240292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6 — Interface utilisateur (UI/UX)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4180" y="2929890"/>
            <a:ext cx="4240292" cy="144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US-15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Interface claire, moderne et accessible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US-16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Navigation fluide et expérience cohérente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34180" y="4717499"/>
            <a:ext cx="4240292" cy="34885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634180" y="4988362"/>
            <a:ext cx="40983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Épique 7 — Intégration Technique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34180" y="5538907"/>
            <a:ext cx="4240292" cy="178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US-17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Connexion du frontend au backend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US-18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Gestion des appels vers l'API IA (gestion des erreurs, timeouts, fallbacks)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03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Répartition en Sprints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3318"/>
            <a:ext cx="5972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Sprint 1 (MVP)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00293"/>
            <a:ext cx="5972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Objectif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Application fonctionnelle sans IA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67269"/>
            <a:ext cx="5972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Stories 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34245"/>
            <a:ext cx="5972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US-1, US-2, US-4, US-5, US-6, US-7, US-17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327583" y="2733318"/>
            <a:ext cx="6516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Sprint 2 (IA + amélioration)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327583" y="3300293"/>
            <a:ext cx="6516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Objectif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Ajout de l’intelligence artificielle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327583" y="3867269"/>
            <a:ext cx="6516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Stories 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327583" y="4434245"/>
            <a:ext cx="651652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US-8 → US-14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44444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US-3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US-18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687172"/>
            <a:ext cx="13042821" cy="35957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6182320"/>
            <a:ext cx="5972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Sprint 1 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≈ 26 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Objectif MVP stabilisé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327583" y="6182320"/>
            <a:ext cx="6516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≈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 points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491"/>
            <a:ext cx="79473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Planification &amp; État du Backlog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15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25342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Répartition de l'effort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99521" y="31153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 Sprint 1 pose les fondations du produit avec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26 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concentrés sur le Kanban et le CRUD.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0452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 Sprint 2 monte en puissance avec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 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dédiés à l'IA, l'UX et l'intégration technique.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599521" y="502622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C3EE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5370314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6637" y="530971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Zone d'arbitrage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: Les avis sur US-3, US-9 US-15 et US-16 (en rouge) sont partagés par l'équipe pour confirmer les priorités et les estimations.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3306"/>
            <a:ext cx="72415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Collaboration &amp; Qualité (1/5)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22408"/>
            <a:ext cx="3664744" cy="2766298"/>
          </a:xfrm>
          <a:prstGeom prst="roundRect">
            <a:avLst>
              <a:gd name="adj" fmla="val 5289"/>
            </a:avLst>
          </a:prstGeom>
          <a:solidFill>
            <a:srgbClr val="FCFBF8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2091928"/>
            <a:ext cx="3664744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6" name="Shape 3"/>
          <p:cNvSpPr/>
          <p:nvPr/>
        </p:nvSpPr>
        <p:spPr>
          <a:xfrm>
            <a:off x="7772340" y="178224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7976414" y="195238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37484" y="2689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Prompt Engineering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484" y="3179802"/>
            <a:ext cx="31501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L'IA est configurée comme un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Coach Agile expert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pour produire des sorties structurées et pertinentes.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748" y="2122408"/>
            <a:ext cx="3664863" cy="2766298"/>
          </a:xfrm>
          <a:prstGeom prst="roundRect">
            <a:avLst>
              <a:gd name="adj" fmla="val 5289"/>
            </a:avLst>
          </a:prstGeom>
          <a:solidFill>
            <a:srgbClr val="FCFBF8"/>
          </a:solidFill>
          <a:ln/>
        </p:spPr>
      </p:sp>
      <p:sp>
        <p:nvSpPr>
          <p:cNvPr id="11" name="Shape 8"/>
          <p:cNvSpPr/>
          <p:nvPr/>
        </p:nvSpPr>
        <p:spPr>
          <a:xfrm>
            <a:off x="10171748" y="2091928"/>
            <a:ext cx="3664863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2" name="Shape 9"/>
          <p:cNvSpPr/>
          <p:nvPr/>
        </p:nvSpPr>
        <p:spPr>
          <a:xfrm>
            <a:off x="11663898" y="178224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13" name="Text 10"/>
          <p:cNvSpPr/>
          <p:nvPr/>
        </p:nvSpPr>
        <p:spPr>
          <a:xfrm>
            <a:off x="11867971" y="195238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429042" y="2689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Gestion du Code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29042" y="3179802"/>
            <a:ext cx="3150275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Stratégie de branches GitHub 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pour un workflow propre et traçable.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80190" y="5455682"/>
            <a:ext cx="7556421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0190" y="5425202"/>
            <a:ext cx="7556421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8" name="Shape 15"/>
          <p:cNvSpPr/>
          <p:nvPr/>
        </p:nvSpPr>
        <p:spPr>
          <a:xfrm>
            <a:off x="9718179" y="511552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</p:sp>
      <p:sp>
        <p:nvSpPr>
          <p:cNvPr id="19" name="Text 16"/>
          <p:cNvSpPr/>
          <p:nvPr/>
        </p:nvSpPr>
        <p:spPr>
          <a:xfrm>
            <a:off x="9922252" y="528566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537484" y="602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Definition of Done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37484" y="6513076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 testé, critères vérifiés, Pull Request relue, démonstration fonctionnelle validée avant toute fusion.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430"/>
            <a:ext cx="72760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Collaboration &amp; Qualité (2/5)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5837"/>
            <a:ext cx="10065306" cy="5520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430"/>
            <a:ext cx="7266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Collaboration &amp; Qualité (3/5)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5837"/>
            <a:ext cx="10065306" cy="55203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430"/>
            <a:ext cx="7264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Collaboration &amp; Qualité (4/5)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5837"/>
            <a:ext cx="10065306" cy="55203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430"/>
            <a:ext cx="7264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Collaboration &amp; Qualité (5/5)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35837"/>
            <a:ext cx="10065306" cy="55203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8570" y="523280"/>
            <a:ext cx="4620697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 Résumé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570" y="1401961"/>
            <a:ext cx="12753261" cy="559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2020" y="5691993"/>
            <a:ext cx="2235520" cy="34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MVP Kanban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3102020" y="6135719"/>
            <a:ext cx="2235520" cy="2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Sprint 1 — 26 pts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378673" y="5260550"/>
            <a:ext cx="2235520" cy="690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Livraison &amp; Qualité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378673" y="6049737"/>
            <a:ext cx="2235520" cy="2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DoD, GitHub, demo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58771" y="1989028"/>
            <a:ext cx="2235520" cy="690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IA &amp; Enrichissement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258771" y="2778216"/>
            <a:ext cx="2235520" cy="2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Sprint 2 — 34 pts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8570" y="7169706"/>
            <a:ext cx="12753261" cy="536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SmartBacklog combine une base Kanban solide avec une couche IA puissante pour transformer la gestion de backlog en avantage compétitif. Chaque ticket devient plus rapide à rédiger, mieux estimé, et plus facile à prioriser.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0524" y="1121331"/>
            <a:ext cx="4386977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Prochaines Étapes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0524" y="1873329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00524" y="2148602"/>
            <a:ext cx="791575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6100524" y="2281952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Arbitrage du backlog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100524" y="2637473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Finaliser les estimations les US-3, US-9, US-15 et US-16 avec l'équipe lors de la prochaine session de refinement.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00524" y="3402687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0524" y="3677960"/>
            <a:ext cx="791575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6100524" y="3811310"/>
            <a:ext cx="219348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Finalisation  Sprint 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00524" y="4166830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Démarrer le développement MVP du tableau Kanban et du CRUD tickets.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00524" y="4683085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00524" y="4958358"/>
            <a:ext cx="791575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6100524" y="5091708"/>
            <a:ext cx="2443877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Intégration IA — Sprint 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00524" y="5447228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Brancher l'API Claude et valider chaque épique IA avec des démos fonctionnelles.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00524" y="5963483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00524" y="6238756"/>
            <a:ext cx="7915751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6100524" y="6372106"/>
            <a:ext cx="264556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Déploiement GitHub Pages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100524" y="6727627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Livrer une application stable, testée et documentée, prête pour la démonstration finale.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6503" y="1717596"/>
            <a:ext cx="58172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L'Équipe SmartBacklog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3025973"/>
            <a:ext cx="5187791" cy="272188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652" y="3025973"/>
            <a:ext cx="5398770" cy="272188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873" y="3025973"/>
            <a:ext cx="2078117" cy="27218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61489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Arbitrage du backlog · Développement MVP · Intégration IA · Déploiement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2026-03-29T18:50:07Z</dcterms:created>
  <dcterms:modified xsi:type="dcterms:W3CDTF">2026-03-29T18:50:07Z</dcterms:modified>
</cp:coreProperties>
</file>